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Tecnologia na Limpeza Urbana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Revellys dos Santos Silva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Objetivo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Monitorar lixeiras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MVC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Model / View / Controller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Resultados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Sistema funcional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